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76B900"/>
                </a:solidFill>
                <a:latin typeface="Segoe UI"/>
              </a:rPr>
              <a:t>OpenUSD · PR 105 · applied to 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Pointing OpenUSD at the
Asset Administration Shell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A8B09C"/>
                </a:solidFill>
                <a:latin typeface="Segoe UI"/>
              </a:rPr>
              <a:t>A source-identifier hello-world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8B09C"/>
                </a:solidFill>
                <a:latin typeface="Segoe UI"/>
              </a:rPr>
              <a:t>Applied demonstration of Separation of Concerns for Identifiers (PR 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A USD prim carries one thing — a stable globalAssetId.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No copied data. No network endpoints. Just durable identity, in USD's existing assetInfo.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At runtime, a consumer resolves the live AAS data and does real work with it.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Reads the id off the prim → resolves over the standard AAS APIs → rolls up a Product Carbon Footprint.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The data is never mirrored into the scene.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USD stays a portable description of what the asset is; the AAS stays the authoritative source of its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Why it matters — and why the obvious ways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A8B09C"/>
                </a:solidFill>
                <a:latin typeface="Segoe UI"/>
              </a:rPr>
              <a:t>Industrial digital twins aggregate thousands of vendor components — each with authoritative data in a system of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Copy the data into the scene → it goes stale.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An aggregate built from copied data can't be trusted: a missing value looks identical to a zero.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Bake the source endpoints into the scene → it goes brittle.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Can't move site-to-site or stage-to-stage without rewiring; one asset with several shells has nowhere to put them.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AAS is the open standard for industrial asset data.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Stable globalAssetId per shell; submodels for Nameplate, Technical Data, Carbon Footprint, and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Two concerns, separated — the PR 105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Concern 1 — External ID'ing.  “Which external entity is this prim?”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assetInfo.sourceIds.aas = { globalAssetId }   —   provenance only, no endpoints in USD.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Concern 2 — Data binding / resolution.  “What data attaches, and how?”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An injected resolver: discovery / registry / repository clients fetch submodels on demand.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Independent and individually optional.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Identity travels with the asset; resolution is supplied by the consumer, wherever it runs. That is what keeps the scene portable.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Architecture · 1 — identity-only USD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A8B09C"/>
                </a:solidFill>
                <a:latin typeface="Segoe UI"/>
              </a:rPr>
              <a:t>The entire asset on the USD side — no endpoints, no copied submodels: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881360" cy="2432304"/>
          </a:xfrm>
          <a:prstGeom prst="rect">
            <a:avLst/>
          </a:prstGeom>
          <a:solidFill>
            <a:srgbClr val="262626"/>
          </a:solidFill>
          <a:ln w="1587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4630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def Xform "IESEDriveMotorDM3000" (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assetInfo = {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    dictionary sourceIds = {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        dictionary aas = {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            string globalAssetId = "urn:fraunhofer:iese:...:serial-0042"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        }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    }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) {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7375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A8B09C"/>
                </a:solidFill>
                <a:latin typeface="Segoe UI"/>
              </a:rPr>
              <a:t>USD's existing assetInfo metadata — no new schema required, ships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Architecture · 2 — runtime-injected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A8B09C"/>
                </a:solidFill>
                <a:latin typeface="Segoe UI"/>
              </a:rPr>
              <a:t>One seam takes the stable identity + a context, and walks the standard AAS chain with failover: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881360" cy="1538224"/>
          </a:xfrm>
          <a:prstGeom prst="rect">
            <a:avLst/>
          </a:prstGeom>
          <a:solidFill>
            <a:srgbClr val="262626"/>
          </a:solidFill>
          <a:ln w="1587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46304"/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def resolve(global_asset_id, context) -&gt; ResolvedAsset: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# Hop 1  Discovery:   globalAssetId -&gt; [aasId, ...]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# Hop 2  Registry:    aasId -&gt; repository endpoint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# Hop 3  Repository:  fetch shell; submodels fetched lazily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8E8C0"/>
                </a:solidFill>
                <a:latin typeface="Consolas"/>
              </a:rPr>
              <a:t>   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967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A8B09C"/>
                </a:solidFill>
                <a:latin typeface="Segoe UI"/>
              </a:rPr>
              <a:t>Endpoints live in the context, supplied at runtime — never in USD. Same id resolves to different shells in different contexts. Lazy fetch: cost scales with what's accessed; result is read-once, cacheable.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Architecture · 3 — used, not mirrored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The consumer does its work with the live data — and does not write it back into USD.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Binding-pointer posture (PR 105): USD carries the identifier, the AAS holds the data, the consumer pulls on demand.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Mirroring AAS submodels into USD attributes would re-create the staleness problem.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It duplicates the source-of-record schema into the scene — exactly what the architecture avoids.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Terminology note: this resolve() is not USD value/asset resolution.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It's the AAS data-acquisition step (globalAssetId -&gt; live data over HTTP). The name is kept for continuity.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What runs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A8B09C"/>
                </a:solidFill>
                <a:latin typeface="Segoe UI"/>
              </a:rPr>
              <a:t>End to end against Eclipse BaSyx + its public Fraunhofer-IESE drivemotor shell: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EN 15804 stage</a:t>
                      </a:r>
                    </a:p>
                  </a:txBody>
                  <a:tcPr anchor="ctr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</a:rPr>
                        <a:t>kg CO₂e / piece</a:t>
                      </a:r>
                    </a:p>
                  </a:txBody>
                  <a:tcPr anchor="ctr">
                    <a:solidFill>
                      <a:srgbClr val="76B9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CECEC"/>
                          </a:solidFill>
                          <a:latin typeface="Segoe UI"/>
                        </a:rPr>
                        <a:t>A1 — raw materials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CECEC"/>
                          </a:solidFill>
                          <a:latin typeface="Segoe UI"/>
                        </a:rPr>
                        <a:t>180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CECEC"/>
                          </a:solidFill>
                          <a:latin typeface="Segoe UI"/>
                        </a:rPr>
                        <a:t>A2 — transport</a:t>
                      </a:r>
                    </a:p>
                  </a:txBody>
                  <a:tcPr anchor="ctr" marT="38100" marB="381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CECEC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anchor="ctr" marT="38100" marB="38100">
                    <a:solidFill>
                      <a:srgbClr val="2020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CECEC"/>
                          </a:solidFill>
                          <a:latin typeface="Segoe UI"/>
                        </a:rPr>
                        <a:t>A3 — manufacturing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CECEC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76B900"/>
                          </a:solidFill>
                          <a:latin typeface="Segoe UI"/>
                        </a:rPr>
                        <a:t>Cradle-to-gate (A1–A3)</a:t>
                      </a:r>
                    </a:p>
                  </a:txBody>
                  <a:tcPr anchor="ctr" marT="38100" marB="38100">
                    <a:solidFill>
                      <a:srgbClr val="333D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CECEC"/>
                          </a:solidFill>
                          <a:latin typeface="Segoe UI"/>
                        </a:rPr>
                        <a:t>285   ✓ complete</a:t>
                      </a:r>
                    </a:p>
                  </a:txBody>
                  <a:tcPr anchor="ctr" marT="38100" marB="38100">
                    <a:solidFill>
                      <a:srgbClr val="333D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CECEC"/>
                          </a:solidFill>
                          <a:latin typeface="Segoe UI"/>
                        </a:rPr>
                        <a:t>Use (B*), end-of-life (C*)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ECECEC"/>
                          </a:solidFill>
                          <a:latin typeface="Segoe UI"/>
                        </a:rPr>
                        <a:t>not reported — flagged</a:t>
                      </a:r>
                    </a:p>
                  </a:txBody>
                  <a:tcPr anchor="ctr" marT="38100" marB="38100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406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A8B09C"/>
                </a:solidFill>
                <a:latin typeface="Segoe UI"/>
              </a:rPr>
              <a:t>CarbonFootprint submodel (IDTA 02023); fields located by semanticId, robust to idShort variation. Nothing written back into USD — the roll-up is computed in the consumer.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Why gap-flagging is 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A report-grade roll-up must tell “footprint is zero” apart from “never reported a footprint.”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Coverage is a first-class output: sum only the stages reported; name what's missing.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A missing value is never silently coerced to zero.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Missing PCF, missing CO₂e, incomplete cradle-to-gate, unreported use phase — each is flagged.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800" b="1" i="0">
                <a:solidFill>
                  <a:srgbClr val="ECECEC"/>
                </a:solidFill>
                <a:latin typeface="Segoe UI"/>
              </a:rPr>
              <a:t>Gaps are actionable — they tell you which supplier to chase.</a:t>
            </a:r>
          </a:p>
          <a:p>
            <a:pPr lvl="1">
              <a:spcAft>
                <a:spcPts val="1200"/>
              </a:spcAft>
            </a:pPr>
            <a:r>
              <a:rPr sz="1450" b="0" i="0">
                <a:solidFill>
                  <a:srgbClr val="A8B09C"/>
                </a:solidFill>
                <a:latin typeface="Segoe UI"/>
              </a:rPr>
              <a:t>The roll-up sums across components, so it extends directly to a bill of materials.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1005840" cy="6400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5669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Roadmap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Bill-of-materials roll-up (next): several components, one scene, carbon rolled up across the assembly, gaps named.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Change-driven refresh (later): identity and fetch are decoupled, so push-refresh drops in when AAS notifications mature.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76B900"/>
                </a:solidFill>
                <a:latin typeface="Segoe UI"/>
              </a:rPr>
              <a:t>▍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Read-once today proves the binding; push-refresh follows when the source side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76B900"/>
                </a:solidFill>
                <a:latin typeface="Segoe UI"/>
              </a:rPr>
              <a:t>References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A8B09C"/>
                </a:solidFill>
                <a:latin typeface="Segoe UI"/>
              </a:rPr>
              <a:t>PR 105 — Separation of Concerns for Identifiers · github.com/PixarAnimationStudios/OpenUSD-proposals/pull/105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A8B09C"/>
                </a:solidFill>
                <a:latin typeface="Segoe UI"/>
              </a:rPr>
              <a:t>AAS DPP ↔ OpenUSD PoC (M. Wagner, SyncTwin) · github.com/asluk/OpenUSD-proposals/pull/2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A8B09C"/>
                </a:solidFill>
                <a:latin typeface="Segoe UI"/>
              </a:rPr>
              <a:t>AAS specifications (IDTA) · industrialdigitaltwin.org   ·   Eclipse BaSyx · github.com/eclipse-basyx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A8B09C"/>
                </a:solidFill>
                <a:latin typeface="Segoe UI"/>
              </a:rPr>
              <a:t>Omniverse DSX Blueprint (domain motivation) · blogs.nvidia.com/blog/omniverse-dsx-blueprint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