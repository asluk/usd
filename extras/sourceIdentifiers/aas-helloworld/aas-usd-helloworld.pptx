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76B900"/>
                </a:solidFill>
                <a:latin typeface="Segoe UI"/>
              </a:rPr>
              <a:t>OpenUSD · PR 105 · applied to 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Pointing OpenUSD at the
Asset Administration Shell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A8B09C"/>
                </a:solidFill>
                <a:latin typeface="Segoe UI"/>
              </a:rPr>
              <a:t>A source-identifier hello-world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A8B09C"/>
                </a:solidFill>
                <a:latin typeface="Segoe UI"/>
              </a:rPr>
              <a:t>Applied demonstration of Separation of Concerns for Identifiers (PR 105)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USD prim carries one thing — a stable globalAssetId.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No copied data. No network endpoints. Just durable identity, in USD's existing assetInfo.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At runtime, a consumer resolves the live AAS data and does real work with it.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Reads the id off the prim → resolves over the standard AAS APIs → rolls up a Product Carbon Footprint.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data is never mirrored into the scene.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USD stays a portable description of what the asset is; the AAS stays the authoritative source of its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it matters — and why the obvious ways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Industrial digital twins aggregate thousands of vendor components — each with authoritative data in a system of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Copy the data into the scene → it goes stale.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aggregate built from copied data can't be trusted: a missing value looks identical to a zero.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Bake the source endpoints into the scene → it goes brittle.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Can't move site-to-site or stage-to-stage without rewiring; one asset with several shells has nowhere to put them.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AAS is the open standard for industrial asset data.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Stable globalAssetId per shell; submodels for Nameplate, Technical Data, Carbon Footprint, and 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Two concerns, separated — the PR 105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1 — External ID'ing.  “Which external entity is this prim?”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assetInfo.sourceIds.aas = { globalAssetId }   —   provenance only, no endpoints in USD.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2 — Data binding / resolution.  “What data attaches, and how?”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injected resolver: discovery / registry / repository clients fetch submodels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Independent and individually optional.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Identity travels with the asset; resolution is supplied by the consumer, wherever it runs. That is what keeps the scene portable.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1 — identity-only USD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The entire asset on the USD side — no endpoints, no copied submodels: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243230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Xform "IESEDriveMotorDM3000" (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assetInfo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dictionary sourceIds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dictionary aas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    string globalAssetId = "urn:fraunhofer:iese:...:serial-0042"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) {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7375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USD's existing assetInfo metadata — no new schema required, ships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2 — runtime-injected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One seam takes the stable identity + a context, and walks the standard AAS chain with failover: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153822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resolve(global_asset_id, context) -&gt; ResolvedAsset: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1  Discovery:   globalAssetId -&gt; [aasId, ...]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2  Registry:    aasId -&gt; repository endpoint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3  Repository:  fetch shell; submodels fetched lazily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967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Endpoints live in the context, supplied at runtime — never in USD. Same id resolves to different shells in different contexts. Lazy fetch: cost scales with what's accessed; result is read-once, cacheable.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3 — used, not mirrored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consumer does its work with the live data — and does not write it back into USD.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Binding-pointer posture (PR 105): USD carries the identifier, the AAS holds the data, the consumer pulls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Mirroring AAS submodels into USD attributes would re-create the staleness problem.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 duplicates the source-of-record schema into the scene — exactly what the architecture avoids.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Terminology note: this resolve() is not USD value/asset resolution.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It's the AAS data-acquisition step (globalAssetId -&gt; live data over HTTP). The name is kept for continuity.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8B09C"/>
                </a:solidFill>
                <a:latin typeface="Segoe UI"/>
              </a:rPr>
              <a:t>One end-to-end loop, against Eclipse BaSyx + its public Fraunhofer-IESE drivemotor shell: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1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Author identity-only USD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drivemotor.usda — a prim carrying ONLY the globalAssetId. No data, no endpoints.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2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Resolve at runtime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read the id off the prim  →  inject the endpoint (not from USD)  →  Discovery → Registry → Repository  →  live shell + submodels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3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Do useful work with the live data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parse the CarbonFootprint submodel (IDTA 02023)  →  roll up the footprint, flag what's missing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4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Nothing mirrored back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the result is computed in the consumer; the USD file is never touched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13248"/>
            <a:ext cx="10881360" cy="1078992"/>
          </a:xfrm>
          <a:prstGeom prst="rect">
            <a:avLst/>
          </a:prstGeom>
          <a:solidFill>
            <a:srgbClr val="2C361B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73152"/>
          <a:lstStyle/>
          <a:p>
            <a:pPr algn="l"/>
            <a:r>
              <a:rPr sz="1300" b="1" i="0">
                <a:solidFill>
                  <a:srgbClr val="76B900"/>
                </a:solidFill>
                <a:latin typeface="Segoe UI"/>
              </a:rPr>
              <a:t>Result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A USD asset carrying only an ID produced a live analysis — nothing copied into the scene.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ECECEC"/>
                </a:solidFill>
                <a:latin typeface="Segoe UI"/>
              </a:rPr>
              <a:t>Carbon to BUILD it = 285 kg CO₂e/piece (materials 180 + transport 25 + manufacturing 80) ✓   ·   carbon to RUN it and SCRAP it isn't reported — so we mark those missing, not zero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this gives a carbon-reduction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The prototype doesn't cut carbon — it produces the information a reduction effort runs 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credible baseline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 trustworthy total — missing data flagged, never silently zeroed — the number you measure reductions against.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Hotspot ranking — where the carbon actually is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the per-component and per-stage split (materials / transport / manufacturing) → target the parts that dominate, not everything at once.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supplier accountability list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names who hasn't reported — who to chase to complete the picture, and the lever to ask for lower-carbon alternatives.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live feedback loop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pulled from source, so a greener material or supplier shows up in the roll-up automatically — you can prove a change worked.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8B09C"/>
                </a:solidFill>
                <a:latin typeface="Segoe UI"/>
              </a:rPr>
              <a:t>Targeting teeth show at assembly scale (the bill-of-materials step, next). The single component proves the mechanism — live, trustworthy, gap-aware.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Roadmap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Bill-of-materials roll-up (next): several components, one scene, carbon rolled up across the assembly, gaps named.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Change-driven refresh (later): identity and fetch are decoupled, so push-refresh drops in when AAS notifications mature.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Read-once today proves the binding; push-refresh follows when the source side is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76B900"/>
                </a:solidFill>
                <a:latin typeface="Segoe UI"/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PR 105 — Separation of Concerns for Identifiers · github.com/PixarAnimationStudios/OpenUSD-proposals/pull/105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DPP ↔ OpenUSD PoC (M. Wagner, SyncTwin) · github.com/asluk/OpenUSD-proposals/pull/2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specifications (IDTA) · industrialdigitaltwin.org   ·   Eclipse BaSyx · github.com/eclipse-basyx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Omniverse DSX Blueprint (domain motivation) · blogs.nvidia.com/blog/omniverse-dsx-blueprint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